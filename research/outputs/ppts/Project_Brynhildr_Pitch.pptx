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91429"/>
          </a:solidFill>
          <a:ln w="12700">
            <a:solidFill>
              <a:srgbClr val="0914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18288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96328" y="18288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43216" y="18288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90104" y="18288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36992" y="18288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8288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30768" y="18288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77656" y="18288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96012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96328" y="96012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43216" y="96012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90104" y="96012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36992" y="96012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96012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96012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77656" y="96012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73736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96328" y="173736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43216" y="173736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0104" y="173736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36992" y="173736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73736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30768" y="173736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77656" y="173736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251460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96328" y="251460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43216" y="251460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90104" y="251460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36992" y="251460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251460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0768" y="251460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77656" y="251460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0" y="329184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96328" y="329184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43216" y="329184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90104" y="329184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36992" y="329184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83880" y="329184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30768" y="329184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77656" y="329184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9440" y="406908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96328" y="406908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43216" y="406908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90104" y="406908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36992" y="406908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83880" y="406908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30768" y="406908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77656" y="4069080"/>
            <a:ext cx="54864" cy="54864"/>
          </a:xfrm>
          <a:prstGeom prst="ellipse">
            <a:avLst/>
          </a:prstGeom>
          <a:solidFill>
            <a:srgbClr val="00C8FF">
              <a:alpha val="30000"/>
            </a:srgbClr>
          </a:solidFill>
          <a:ln w="12700">
            <a:solidFill>
              <a:srgbClr val="00C8FF">
                <a:alpha val="3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256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NYTHER CYBERSECURITY RESEARCH  ·  FEBRUARY 2026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20040" y="6583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spc="600" kern="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3800" dirty="0"/>
          </a:p>
        </p:txBody>
      </p:sp>
      <p:sp>
        <p:nvSpPr>
          <p:cNvPr id="55" name="Text 53"/>
          <p:cNvSpPr/>
          <p:nvPr/>
        </p:nvSpPr>
        <p:spPr>
          <a:xfrm>
            <a:off x="320040" y="1261872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BRYNHILDR</a:t>
            </a:r>
            <a:endParaRPr lang="en-US" sz="6800" dirty="0"/>
          </a:p>
        </p:txBody>
      </p:sp>
      <p:sp>
        <p:nvSpPr>
          <p:cNvPr id="56" name="Text 54"/>
          <p:cNvSpPr/>
          <p:nvPr/>
        </p:nvSpPr>
        <p:spPr>
          <a:xfrm>
            <a:off x="320040" y="242316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 Anomaly Detection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Autonomous MoE Defense Architectures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320040" y="3401568"/>
            <a:ext cx="5120640" cy="36576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356616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stealth process can hide its semantic footprint from the OS.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hide its thermodynamic exhaust from the hardware.</a:t>
            </a:r>
            <a:endParaRPr lang="en-US" sz="1300" dirty="0"/>
          </a:p>
        </p:txBody>
      </p:sp>
      <p:pic>
        <p:nvPicPr>
          <p:cNvPr id="5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480560"/>
            <a:ext cx="365760" cy="365760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77724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Foundry, Kolkata, West Bengal, India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4444"/>
          </a:solidFill>
          <a:ln w="12700">
            <a:solidFill>
              <a:srgbClr val="E8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EPISTEMOLOGICAL CRISIS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is Broken by Design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743200" cy="3108960"/>
          </a:xfrm>
          <a:prstGeom prst="rect">
            <a:avLst/>
          </a:prstGeom>
          <a:solidFill>
            <a:srgbClr val="0D204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54480"/>
            <a:ext cx="64008" cy="3108960"/>
          </a:xfrm>
          <a:prstGeom prst="rect">
            <a:avLst/>
          </a:prstGeom>
          <a:solidFill>
            <a:srgbClr val="E84444"/>
          </a:solidFill>
          <a:ln w="12700">
            <a:solidFill>
              <a:srgbClr val="E844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423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Kernels Lie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92608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IDS asks the OS for active processes, a ring-0 rootkit intercepts and falsifies the response. The defensive layer trusts poisoned data.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64408" y="1554480"/>
            <a:ext cx="2743200" cy="3108960"/>
          </a:xfrm>
          <a:prstGeom prst="rect">
            <a:avLst/>
          </a:prstGeom>
          <a:solidFill>
            <a:srgbClr val="0D204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64408" y="1554480"/>
            <a:ext cx="64008" cy="31089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7830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47288" y="2423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APTs Are Semantically Invisible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47288" y="292608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Persistent Threats subvert logging mechanisms at the OS level, rendering their execution invisible to signature-matching and heuristic engines.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08776" y="1554480"/>
            <a:ext cx="2743200" cy="3108960"/>
          </a:xfrm>
          <a:prstGeom prst="rect">
            <a:avLst/>
          </a:prstGeom>
          <a:solidFill>
            <a:srgbClr val="0D204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08776" y="1554480"/>
            <a:ext cx="64008" cy="3108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78308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1656" y="2423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Equally Blind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91656" y="292608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ML security model trained on OS-level telemetry inherits the same vulnerability. Garbage in, garbage out — even for AI.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20040" y="4800600"/>
            <a:ext cx="8503920" cy="54864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must rely on an immutable metric that no software exploit can manipulate.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Physics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unauthorized process — miner, rootkit, logic bomb — consumes energy and generates heat. These are not software artifacts. They are physical law.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4846320" cy="914400"/>
          </a:xfrm>
          <a:prstGeom prst="rect">
            <a:avLst/>
          </a:prstGeom>
          <a:solidFill>
            <a:srgbClr val="0D2040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40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Landauer's Principle: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09651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Erasing one bit of data requires kBT·ln2 joules of energy — an inescapable physical cost to every computation.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457200"/>
            <a:ext cx="914400" cy="914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60720" y="1691640"/>
            <a:ext cx="3200400" cy="868680"/>
          </a:xfrm>
          <a:prstGeom prst="rect">
            <a:avLst/>
          </a:prstGeom>
          <a:solidFill>
            <a:srgbClr val="0D204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0" y="1691640"/>
            <a:ext cx="64008" cy="8686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17556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Draw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2011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Nanosecond current fluctuations on VRMs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2743200"/>
            <a:ext cx="3200400" cy="868680"/>
          </a:xfrm>
          <a:prstGeom prst="rect">
            <a:avLst/>
          </a:prstGeom>
          <a:solidFill>
            <a:srgbClr val="0D204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2743200"/>
            <a:ext cx="64008" cy="868680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28072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Gradient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Millidegree spatial variation across silicon die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0" y="3794760"/>
            <a:ext cx="3200400" cy="868680"/>
          </a:xfrm>
          <a:prstGeom prst="rect">
            <a:avLst/>
          </a:prstGeom>
          <a:solidFill>
            <a:srgbClr val="0D204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0" y="3794760"/>
            <a:ext cx="64008" cy="8686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38587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Change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0" y="4114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thermodynamic state transitions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760720" y="4681728"/>
            <a:ext cx="3200400" cy="3840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0" y="4727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BRYNHILDR POSTULATE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LAYER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Out-of-Band Physical Sensory Network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Brynhildr is NOT a software application. It is a physically separate, air-gapped sensory layer installed at the hardware level — immune to OS-level compromise.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2788920" cy="3017520"/>
          </a:xfrm>
          <a:prstGeom prst="rect">
            <a:avLst/>
          </a:prstGeom>
          <a:solidFill>
            <a:srgbClr val="0D204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828800"/>
            <a:ext cx="2788920" cy="5303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874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9768" y="239572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Micro-Transient Power Sensors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1901952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4632" y="299923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effect sensors on VRMs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" y="340156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Nanosecond current resolution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" y="380390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CPU, GPU &amp; memory rails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" y="420624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wired — no software path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64408" y="1828800"/>
            <a:ext cx="2788920" cy="3017520"/>
          </a:xfrm>
          <a:prstGeom prst="rect">
            <a:avLst/>
          </a:prstGeom>
          <a:solidFill>
            <a:srgbClr val="0D204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64408" y="1828800"/>
            <a:ext cx="2788920" cy="530352"/>
          </a:xfrm>
          <a:prstGeom prst="rect">
            <a:avLst/>
          </a:prstGeom>
          <a:solidFill>
            <a:srgbClr val="E84444"/>
          </a:solidFill>
          <a:ln w="12700">
            <a:solidFill>
              <a:srgbClr val="E8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74136" y="1874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374136" y="239572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High-Density Thermal Mesh</a:t>
            </a:r>
            <a:endParaRPr lang="en-US" sz="13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901952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29000" y="299923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sensors on silicon heat spreaders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429000" y="340156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Millidegree spatial anomaly detection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429000" y="380390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∇T gradient mapping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429000" y="420624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directly to die surface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208776" y="1828800"/>
            <a:ext cx="2788920" cy="3017520"/>
          </a:xfrm>
          <a:prstGeom prst="rect">
            <a:avLst/>
          </a:prstGeom>
          <a:solidFill>
            <a:srgbClr val="0D204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208776" y="1828800"/>
            <a:ext cx="2788920" cy="5303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318504" y="1874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6318504" y="239572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Telemetry Plane</a:t>
            </a:r>
            <a:endParaRPr lang="en-US" sz="13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901952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73368" y="299923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I²C/SPI bus routing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373368" y="340156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host PCIe and OS entirely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373368" y="380390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dedicated inference cluster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373368" y="420624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of host hardware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691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ÆTHELRED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74320" y="23317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Defense Agent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74320" y="3291840"/>
            <a:ext cx="3291840" cy="36576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340156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physics — not language.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CVE lookups. No policy checks.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guardrails. Pure signal.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0" y="228600"/>
            <a:ext cx="4754880" cy="1417320"/>
          </a:xfrm>
          <a:prstGeom prst="rect">
            <a:avLst/>
          </a:prstGeom>
          <a:solidFill>
            <a:srgbClr val="050D1A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0" y="228600"/>
            <a:ext cx="64008" cy="14173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4747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3200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Mixture-of-Experts Architecture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46320" y="694944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activation routes telemetry to specialized expert sub-networks — one per workload type — delivering microsecond inference at scale.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114800" y="1810512"/>
            <a:ext cx="4754880" cy="1417320"/>
          </a:xfrm>
          <a:prstGeom prst="rect">
            <a:avLst/>
          </a:prstGeom>
          <a:solidFill>
            <a:srgbClr val="050D1A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114800" y="1810512"/>
            <a:ext cx="64008" cy="1417320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929384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46320" y="19019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Physics-First Anomaly Detection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846320" y="2276856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Expert-2 identifies a thermal spike on Core 4 that violates the declared OS load baseline, the process is flagged hostile — instantly.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114800" y="3392424"/>
            <a:ext cx="4754880" cy="1417320"/>
          </a:xfrm>
          <a:prstGeom prst="rect">
            <a:avLst/>
          </a:prstGeom>
          <a:solidFill>
            <a:srgbClr val="050D1A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114800" y="3392424"/>
            <a:ext cx="64008" cy="1417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511296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46320" y="348386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 Autonomous Operation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846320" y="385876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Æthelred operates without semantic guardrails. It acts on physical law, not policy. Detection-to-response latency measured in microseconds.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MITIGATION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Without Mitigation Is Just Observation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743200" cy="3474720"/>
          </a:xfrm>
          <a:prstGeom prst="rect">
            <a:avLst/>
          </a:prstGeom>
          <a:solidFill>
            <a:srgbClr val="0D204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2743200" cy="640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716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C8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502920" y="274320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Æthelred identifies thermodynamic anomaly — a ΔT or ΔP deviation from the baseline for the declared OS workload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36392" y="2606040"/>
            <a:ext cx="64008" cy="54864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63240" y="24231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264408" y="1280160"/>
            <a:ext cx="2743200" cy="3474720"/>
          </a:xfrm>
          <a:prstGeom prst="rect">
            <a:avLst/>
          </a:prstGeom>
          <a:solidFill>
            <a:srgbClr val="0D204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64408" y="1280160"/>
            <a:ext cx="2743200" cy="6400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371600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04488" y="13716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CHOKE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447288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C518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200" dirty="0"/>
          </a:p>
        </p:txBody>
      </p:sp>
      <p:sp>
        <p:nvSpPr>
          <p:cNvPr id="18" name="Text 14"/>
          <p:cNvSpPr/>
          <p:nvPr/>
        </p:nvSpPr>
        <p:spPr>
          <a:xfrm>
            <a:off x="3447288" y="274320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IPMI/BMC interface is triggered to force thermal throttle on the offending CPU core — starving the malicious process of cycles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080760" y="2606040"/>
            <a:ext cx="64008" cy="54864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07608" y="24231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6208776" y="1280160"/>
            <a:ext cx="2743200" cy="3474720"/>
          </a:xfrm>
          <a:prstGeom prst="rect">
            <a:avLst/>
          </a:prstGeom>
          <a:solidFill>
            <a:srgbClr val="0D204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08776" y="1280160"/>
            <a:ext cx="2743200" cy="640080"/>
          </a:xfrm>
          <a:prstGeom prst="rect">
            <a:avLst/>
          </a:prstGeom>
          <a:solidFill>
            <a:srgbClr val="E84444"/>
          </a:solidFill>
          <a:ln w="12700">
            <a:solidFill>
              <a:srgbClr val="E84444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371600"/>
            <a:ext cx="438912" cy="4389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48856" y="13716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6391656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4444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200" dirty="0"/>
          </a:p>
        </p:txBody>
      </p:sp>
      <p:sp>
        <p:nvSpPr>
          <p:cNvPr id="26" name="Text 21"/>
          <p:cNvSpPr/>
          <p:nvPr/>
        </p:nvSpPr>
        <p:spPr>
          <a:xfrm>
            <a:off x="6391656" y="274320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cases: hardware-level interrupts reroute power via smart PDUs, physically severing the blade from the network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solidFill>
            <a:srgbClr val="00D48A">
              <a:alpha val="15000"/>
            </a:srgbClr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57200" y="487375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is bypassed at every stage. There is no software attack surface in this response chain.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Roadmap · The Foundry, Kolkata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9728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1261872"/>
            <a:ext cx="329184" cy="32918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642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606040" cy="2834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&amp; Baseline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OOB sensor mesh for 1U/2U chassis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0837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VRM Hall effect sensor arrays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50215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mesh prototype for standard rack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9959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I²C/SPI telemetry plane build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261872"/>
            <a:ext cx="329184" cy="32918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6642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1965960"/>
            <a:ext cx="2606040" cy="2834640"/>
          </a:xfrm>
          <a:prstGeom prst="rect">
            <a:avLst/>
          </a:prstGeom>
          <a:solidFill>
            <a:srgbClr val="050D1A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011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Æthelred Training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Tbaseline &amp; Pbaseline profiles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00837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clean workload datasets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50215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expert sub-network specialization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39959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 optimization (&lt;1 μs)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78040" y="1261872"/>
            <a:ext cx="329184" cy="329184"/>
          </a:xfrm>
          <a:prstGeom prst="ellipse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6642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965960"/>
            <a:ext cx="2606040" cy="2834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011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Live-Fire Validation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Kernel-level rootkit injection testing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300837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ΔT and ΔP detection delta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50215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Æthelred autonomous response trials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9959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asset deployment readiness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23774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MOAT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is 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perpetual arms race.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Brynhildr is a permanent defense.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2743200" cy="1554480"/>
          </a:xfrm>
          <a:prstGeom prst="rect">
            <a:avLst/>
          </a:prstGeom>
          <a:solidFill>
            <a:srgbClr val="0D204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606040"/>
            <a:ext cx="27432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7249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trust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6393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air-gapped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0128" y="2606040"/>
            <a:ext cx="2743200" cy="1554480"/>
          </a:xfrm>
          <a:prstGeom prst="rect">
            <a:avLst/>
          </a:prstGeom>
          <a:solidFill>
            <a:srgbClr val="0D204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2606040"/>
            <a:ext cx="2743200" cy="64008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27249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&lt;1μs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447288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47288" y="36393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to action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54496" y="2606040"/>
            <a:ext cx="2743200" cy="1554480"/>
          </a:xfrm>
          <a:prstGeom prst="rect">
            <a:avLst/>
          </a:prstGeom>
          <a:solidFill>
            <a:srgbClr val="0D204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2606040"/>
            <a:ext cx="27432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27249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391656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Rootkit immunity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91656" y="36393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can't be spoofed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POC · Nyther Cybersecurity Research, The Foundry, Kolkata — contact@nyther.in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Brynhildr</dc:title>
  <dc:subject>PptxGenJS Presentation</dc:subject>
  <dc:creator>Nyther Cybersecurity Research</dc:creator>
  <cp:lastModifiedBy>Nyther Cybersecurity Research</cp:lastModifiedBy>
  <cp:revision>1</cp:revision>
  <dcterms:created xsi:type="dcterms:W3CDTF">2026-03-04T21:37:25Z</dcterms:created>
  <dcterms:modified xsi:type="dcterms:W3CDTF">2026-03-04T21:37:25Z</dcterms:modified>
</cp:coreProperties>
</file>